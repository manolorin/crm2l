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5D1517-5A6C-6319-7139-655A6912A3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76A6F20-50BD-EEE2-3CE8-45A9A494AF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A14C91A-39DC-0FED-667A-185C01D42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CC89C-990F-4127-B28A-D6A5330226C0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E3E8A6D-D509-F58D-E9E0-77BCCDA09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D2FD992-2720-77EF-177A-49AC3784A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FE6FB-9253-4F60-ACAE-61ACECB5A06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440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D280CF-B0BA-2749-902D-2992C9346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3A3D607-9E8C-FADE-68A6-0534148568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F66A5D4-2A4D-0AC8-C8F5-A57A90491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CC89C-990F-4127-B28A-D6A5330226C0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792CF2-65A9-091C-D775-0B72F5591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BE3F95C-E86C-172F-EFFB-26D589649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FE6FB-9253-4F60-ACAE-61ACECB5A06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322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C535F1-DBB9-7189-FDAB-939C538B6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B362B2E-40E5-ED1F-816A-3D7AD6819E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8E5763C-FE4F-3F0E-2BF5-28AFF04FB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CC89C-990F-4127-B28A-D6A5330226C0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28DAC18-730E-31D5-D597-CB9F98F52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F1AE04-8949-B0B6-ABFE-E1578B876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FE6FB-9253-4F60-ACAE-61ACECB5A06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253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EEE52B-E3A9-648A-6A3B-98F5C4364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087EB0-283E-80C4-7DBB-00E69452A3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32B7B14-0756-2293-35B6-6F36D40316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1658B5-2403-98DB-4B06-53ED266AA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CC89C-990F-4127-B28A-D6A5330226C0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7D65164-A75C-F1A7-9651-4563BDD7F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50FEC79-3E2B-6D83-52D4-4382DC841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FE6FB-9253-4F60-ACAE-61ACECB5A06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680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128179-DA34-788E-30F2-588270119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D938C79-867D-0C24-EE66-79EF639CA8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AF968F8-594A-5309-C279-1E339706A9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305A76F-597D-731E-1916-ADE78729DE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550FFA5-10D0-CD24-32E0-66AAF5ABE2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8D8389E-0524-E11C-437A-C38991625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CC89C-990F-4127-B28A-D6A5330226C0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7F932DA-44A7-DB66-CE60-E022D89BE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EF205F3-55D5-7636-8FCE-81763E0FA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FE6FB-9253-4F60-ACAE-61ACECB5A06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63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E64D3D-7EF1-3C7C-6744-9CECA4CF9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78583D9-A1D6-2BA0-9DF9-E3377E88F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CC89C-990F-4127-B28A-D6A5330226C0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AE626BE-429E-DB8A-3831-63276D5F4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A612301-461A-59A4-92CC-F540AEB3D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FE6FB-9253-4F60-ACAE-61ACECB5A06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458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19DA34C-1328-6EE5-07D5-E687543C3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CC89C-990F-4127-B28A-D6A5330226C0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8D09EE4-D829-A6B4-1D8B-132B047FF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AA0BE1E-6137-A137-6652-3311A8BDA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FE6FB-9253-4F60-ACAE-61ACECB5A06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301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DF5385-29DE-FE15-3623-3EE82982A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CA6CE33-C196-5943-0367-14A0106E2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77BB494-3991-E26C-1B1D-044877EA96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DE1D50D-6C25-C427-CDE1-2DABA49C3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CC89C-990F-4127-B28A-D6A5330226C0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C08044A-1483-6E98-0C26-C138FF498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6053B94-0FD7-CAA9-BDE8-F81F6460A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FE6FB-9253-4F60-ACAE-61ACECB5A06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7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D2A7C9-2E9A-B084-C10C-92900F616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3D70AFB-6C24-0957-B39F-BABAD1816F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C845915-4BD8-19D7-E020-F27E65D79D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4330199-65BC-39F1-2527-4D2C80EEC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CC89C-990F-4127-B28A-D6A5330226C0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1849327-E0EF-844C-4CDA-ED8B12A4A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D4F3EA5-1504-54E0-F811-A9AF177A1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FE6FB-9253-4F60-ACAE-61ACECB5A06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789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201409-FCC3-A67B-04A9-F7466D423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6A74BD4-2254-1803-CE6C-11A7F88D9D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250C55F-902A-177C-BD9B-CFCEEB353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CC89C-990F-4127-B28A-D6A5330226C0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D58B662-FFEE-88C6-FCCA-EDE10D28C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D93B08-C8EE-F707-C949-764EAC33B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FE6FB-9253-4F60-ACAE-61ACECB5A06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998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59EA72A-EAA5-7B61-9AAC-C8D1626246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BE1E079-D5F9-997E-622E-6B113D4626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1693485-C20A-3BA1-A9F3-074FD736F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CC89C-990F-4127-B28A-D6A5330226C0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67CA5A-2265-E40F-2AE8-F9A2C3962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2253A4-FF03-A4D8-AE3E-7A2B9B6E0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FE6FB-9253-4F60-ACAE-61ACECB5A06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418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29D5D15-4B02-61F4-E73E-7A9237888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BD3D394-56F9-B3E8-B8A3-12F46F896D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CE6B75-D4E5-EAF0-9C4E-840A1DBC42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6CC89C-990F-4127-B28A-D6A5330226C0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90ADCC8-D619-FA90-0B12-1D38171501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FF6052-CC18-645D-6BC2-E91E88787A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FFE6FB-9253-4F60-ACAE-61ACECB5A06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207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AB4C885-9122-F638-29DE-69C4400AC8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257" y="230384"/>
            <a:ext cx="2285911" cy="1350766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9594BD02-DFDA-83A6-67AC-0E56CF846A68}"/>
              </a:ext>
            </a:extLst>
          </p:cNvPr>
          <p:cNvSpPr txBox="1"/>
          <p:nvPr/>
        </p:nvSpPr>
        <p:spPr>
          <a:xfrm>
            <a:off x="4010024" y="514350"/>
            <a:ext cx="3686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SISTEMA CRM PARA DOBLEELE</a:t>
            </a:r>
            <a:endParaRPr lang="en-US" dirty="0"/>
          </a:p>
        </p:txBody>
      </p:sp>
      <p:pic>
        <p:nvPicPr>
          <p:cNvPr id="9" name="Imagen 8" descr="Qué es Microsoft Azure? – Serie Proveedores de Cloud">
            <a:extLst>
              <a:ext uri="{FF2B5EF4-FFF2-40B4-BE49-F238E27FC236}">
                <a16:creationId xmlns:a16="http://schemas.microsoft.com/office/drawing/2014/main" id="{98086D8D-51BA-B326-DC03-F506948482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4691" y="1726664"/>
            <a:ext cx="2181225" cy="1454150"/>
          </a:xfrm>
          <a:prstGeom prst="rect">
            <a:avLst/>
          </a:prstGeom>
        </p:spPr>
      </p:pic>
      <p:pic>
        <p:nvPicPr>
          <p:cNvPr id="10" name="Imagen 9" descr="C# - JetBrains Guide">
            <a:extLst>
              <a:ext uri="{FF2B5EF4-FFF2-40B4-BE49-F238E27FC236}">
                <a16:creationId xmlns:a16="http://schemas.microsoft.com/office/drawing/2014/main" id="{5BAAA836-43F8-F602-2050-1721E95F2A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1120" y="3824877"/>
            <a:ext cx="1377950" cy="1377950"/>
          </a:xfrm>
          <a:prstGeom prst="rect">
            <a:avLst/>
          </a:prstGeom>
        </p:spPr>
      </p:pic>
      <p:pic>
        <p:nvPicPr>
          <p:cNvPr id="11" name="Imagen 10" descr="Microsoft SQL Server">
            <a:extLst>
              <a:ext uri="{FF2B5EF4-FFF2-40B4-BE49-F238E27FC236}">
                <a16:creationId xmlns:a16="http://schemas.microsoft.com/office/drawing/2014/main" id="{0B931F6B-C2C2-FB4B-9FBB-8A5F741D3D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0545" y="3090882"/>
            <a:ext cx="2181225" cy="1393018"/>
          </a:xfrm>
          <a:prstGeom prst="rect">
            <a:avLst/>
          </a:prstGeom>
        </p:spPr>
      </p:pic>
      <p:pic>
        <p:nvPicPr>
          <p:cNvPr id="12" name="Imagen 11" descr="Introducción a Blazor: ¿Qué es y cómo crear una aplicación en Blazor?">
            <a:extLst>
              <a:ext uri="{FF2B5EF4-FFF2-40B4-BE49-F238E27FC236}">
                <a16:creationId xmlns:a16="http://schemas.microsoft.com/office/drawing/2014/main" id="{D5B5F484-307F-634C-D0EF-EFE7CC656EA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4554" t="10494" r="24230" b="8025"/>
          <a:stretch>
            <a:fillRect/>
          </a:stretch>
        </p:blipFill>
        <p:spPr>
          <a:xfrm>
            <a:off x="9204924" y="3722491"/>
            <a:ext cx="1712913" cy="1431041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63125499-192D-A618-4DD5-6796AE293C2E}"/>
              </a:ext>
            </a:extLst>
          </p:cNvPr>
          <p:cNvSpPr txBox="1"/>
          <p:nvPr/>
        </p:nvSpPr>
        <p:spPr>
          <a:xfrm>
            <a:off x="9551792" y="5135577"/>
            <a:ext cx="1019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Blazor</a:t>
            </a:r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BE54759-C23F-9358-5DA8-C2540B2C0E04}"/>
              </a:ext>
            </a:extLst>
          </p:cNvPr>
          <p:cNvSpPr txBox="1"/>
          <p:nvPr/>
        </p:nvSpPr>
        <p:spPr>
          <a:xfrm>
            <a:off x="4446862" y="1455281"/>
            <a:ext cx="1712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Nube</a:t>
            </a:r>
            <a:endParaRPr lang="en-US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B5BDCB4-8FB2-87E5-8904-7C48A81D0235}"/>
              </a:ext>
            </a:extLst>
          </p:cNvPr>
          <p:cNvSpPr txBox="1"/>
          <p:nvPr/>
        </p:nvSpPr>
        <p:spPr>
          <a:xfrm>
            <a:off x="5172380" y="877671"/>
            <a:ext cx="2944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Tecnología usada</a:t>
            </a:r>
            <a:endParaRPr lang="en-US" dirty="0"/>
          </a:p>
        </p:txBody>
      </p:sp>
      <p:pic>
        <p:nvPicPr>
          <p:cNvPr id="16" name="Imagen 15" descr="ASP.NET: La plataforma de desarrollo web de Microsoft es reinventada – Roberto Novelo">
            <a:extLst>
              <a:ext uri="{FF2B5EF4-FFF2-40B4-BE49-F238E27FC236}">
                <a16:creationId xmlns:a16="http://schemas.microsoft.com/office/drawing/2014/main" id="{468480CA-347D-7810-6375-84BBC8DB7B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6547" y="1789616"/>
            <a:ext cx="2035261" cy="2035261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0789B487-ABCE-4DC0-EBC0-D4BE4D3DCAB2}"/>
              </a:ext>
            </a:extLst>
          </p:cNvPr>
          <p:cNvSpPr txBox="1"/>
          <p:nvPr/>
        </p:nvSpPr>
        <p:spPr>
          <a:xfrm>
            <a:off x="4135128" y="4483900"/>
            <a:ext cx="1854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Base de datos</a:t>
            </a:r>
            <a:endParaRPr lang="en-US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A54BF90A-AA71-0FE9-F925-494960DBFE46}"/>
              </a:ext>
            </a:extLst>
          </p:cNvPr>
          <p:cNvSpPr txBox="1"/>
          <p:nvPr/>
        </p:nvSpPr>
        <p:spPr>
          <a:xfrm>
            <a:off x="7934555" y="5153532"/>
            <a:ext cx="1377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Lenguaje</a:t>
            </a:r>
            <a:endParaRPr lang="en-US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724E1C3A-575D-8012-E707-02476AE5BF2A}"/>
              </a:ext>
            </a:extLst>
          </p:cNvPr>
          <p:cNvSpPr txBox="1"/>
          <p:nvPr/>
        </p:nvSpPr>
        <p:spPr>
          <a:xfrm>
            <a:off x="8623530" y="1357332"/>
            <a:ext cx="1806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WEB APP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988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6801FFCE-A03F-B2BA-B441-ECEB3E4E6A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590416"/>
              </p:ext>
            </p:extLst>
          </p:nvPr>
        </p:nvGraphicFramePr>
        <p:xfrm>
          <a:off x="518160" y="719666"/>
          <a:ext cx="10896600" cy="256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23460">
                  <a:extLst>
                    <a:ext uri="{9D8B030D-6E8A-4147-A177-3AD203B41FA5}">
                      <a16:colId xmlns:a16="http://schemas.microsoft.com/office/drawing/2014/main" val="729311496"/>
                    </a:ext>
                  </a:extLst>
                </a:gridCol>
                <a:gridCol w="2567940">
                  <a:extLst>
                    <a:ext uri="{9D8B030D-6E8A-4147-A177-3AD203B41FA5}">
                      <a16:colId xmlns:a16="http://schemas.microsoft.com/office/drawing/2014/main" val="1281917731"/>
                    </a:ext>
                  </a:extLst>
                </a:gridCol>
                <a:gridCol w="1859280">
                  <a:extLst>
                    <a:ext uri="{9D8B030D-6E8A-4147-A177-3AD203B41FA5}">
                      <a16:colId xmlns:a16="http://schemas.microsoft.com/office/drawing/2014/main" val="124736038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6455111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Funcionalidad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Administrador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Vendedor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Auxiliar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4282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Ingresar al Sistema con Email y Contraseña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ym typeface="Wingdings" panose="05000000000000000000" pitchFamily="2" charset="2"/>
                        </a:rPr>
                        <a:t>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ym typeface="Wingdings" panose="05000000000000000000" pitchFamily="2" charset="2"/>
                        </a:rPr>
                        <a:t></a:t>
                      </a:r>
                      <a:endParaRPr lang="en-US" sz="2000" dirty="0"/>
                    </a:p>
                    <a:p>
                      <a:pPr algn="ctr"/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ym typeface="Wingdings" panose="05000000000000000000" pitchFamily="2" charset="2"/>
                        </a:rPr>
                        <a:t></a:t>
                      </a:r>
                      <a:endParaRPr lang="en-US" sz="2000" dirty="0"/>
                    </a:p>
                    <a:p>
                      <a:pPr algn="ctr"/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53146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Editar usuario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ym typeface="Wingdings" panose="05000000000000000000" pitchFamily="2" charset="2"/>
                        </a:rPr>
                        <a:t></a:t>
                      </a:r>
                      <a:endParaRPr lang="en-US" sz="2000" dirty="0"/>
                    </a:p>
                    <a:p>
                      <a:pPr algn="ctr"/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ym typeface="Wingdings" panose="05000000000000000000" pitchFamily="2" charset="2"/>
                        </a:rPr>
                        <a:t></a:t>
                      </a:r>
                      <a:endParaRPr lang="en-US" sz="2000" dirty="0"/>
                    </a:p>
                    <a:p>
                      <a:pPr algn="ctr"/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ym typeface="Wingdings" panose="05000000000000000000" pitchFamily="2" charset="2"/>
                        </a:rPr>
                        <a:t></a:t>
                      </a:r>
                      <a:endParaRPr lang="en-US" sz="2000" dirty="0"/>
                    </a:p>
                    <a:p>
                      <a:pPr algn="ctr"/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093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Cambiar contraseña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ym typeface="Wingdings" panose="05000000000000000000" pitchFamily="2" charset="2"/>
                        </a:rPr>
                        <a:t>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ym typeface="Wingdings" panose="05000000000000000000" pitchFamily="2" charset="2"/>
                        </a:rPr>
                        <a:t>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ym typeface="Wingdings" panose="05000000000000000000" pitchFamily="2" charset="2"/>
                        </a:rPr>
                        <a:t>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6436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57451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2837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A4F13F2C-2F54-F424-3918-9083C0E98CBB}"/>
              </a:ext>
            </a:extLst>
          </p:cNvPr>
          <p:cNvSpPr/>
          <p:nvPr/>
        </p:nvSpPr>
        <p:spPr>
          <a:xfrm>
            <a:off x="2529840" y="1371600"/>
            <a:ext cx="3434080" cy="9855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err="1"/>
              <a:t>Backend</a:t>
            </a:r>
            <a:endParaRPr lang="es-MX" dirty="0"/>
          </a:p>
          <a:p>
            <a:pPr algn="ctr"/>
            <a:r>
              <a:rPr lang="es-MX" dirty="0"/>
              <a:t>API</a:t>
            </a:r>
            <a:endParaRPr lang="en-US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9AADF58-A921-07D0-99AD-926F0A4C8AC7}"/>
              </a:ext>
            </a:extLst>
          </p:cNvPr>
          <p:cNvSpPr/>
          <p:nvPr/>
        </p:nvSpPr>
        <p:spPr>
          <a:xfrm>
            <a:off x="6908800" y="1371600"/>
            <a:ext cx="3434080" cy="9855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 err="1"/>
              <a:t>Frontend</a:t>
            </a:r>
            <a:endParaRPr lang="es-MX" dirty="0"/>
          </a:p>
          <a:p>
            <a:pPr algn="ctr"/>
            <a:r>
              <a:rPr lang="es-MX" dirty="0" err="1"/>
              <a:t>WebApp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58874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42</Words>
  <Application>Microsoft Office PowerPoint</Application>
  <PresentationFormat>Panorámica</PresentationFormat>
  <Paragraphs>27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Wingdings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francisco Manuel Rincon Vargas</dc:creator>
  <cp:lastModifiedBy>francisco Manuel Rincon Vargas</cp:lastModifiedBy>
  <cp:revision>1</cp:revision>
  <dcterms:created xsi:type="dcterms:W3CDTF">2026-09-04T21:29:16Z</dcterms:created>
  <dcterms:modified xsi:type="dcterms:W3CDTF">2026-09-04T23:40:47Z</dcterms:modified>
</cp:coreProperties>
</file>